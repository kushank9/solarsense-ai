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24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E5F5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640080"/>
            <a:ext cx="2834640" cy="2834640"/>
          </a:xfrm>
          <a:prstGeom prst="ellipse">
            <a:avLst/>
          </a:prstGeom>
          <a:solidFill>
            <a:srgbClr val="F4A3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3A69A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SolarSense AI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forecasting &amp; optimization assistant for reliable, affordable clean-energy microgrids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F4A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25196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— Affordable &amp; Clean Energy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394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KUSHANK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KUSHANK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 Gandhi National Open University [IGNOU]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4434840"/>
          </a:xfrm>
          <a:prstGeom prst="roundRect">
            <a:avLst>
              <a:gd name="adj" fmla="val 2817"/>
            </a:avLst>
          </a:prstGeom>
          <a:solidFill>
            <a:srgbClr val="0B3D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SDG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and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access to affordable, reliable, sustainable and modern energy for all.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94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SDG 13 — Climate Action (reduced diesel backup &amp; emissions)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618488"/>
            <a:ext cx="566928" cy="566928"/>
          </a:xfrm>
          <a:prstGeom prst="ellipse">
            <a:avLst/>
          </a:prstGeom>
          <a:solidFill>
            <a:srgbClr val="23A6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0520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7276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Energy Access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8928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cuts unplanned outages, keeping supply consistent for every household.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578608"/>
            <a:ext cx="566928" cy="566928"/>
          </a:xfrm>
          <a:prstGeom prst="ellipse">
            <a:avLst/>
          </a:prstGeom>
          <a:solidFill>
            <a:srgbClr val="23A6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5328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Share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852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 maximizes solar use before falling back to diesel or grid backup power.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3538728"/>
            <a:ext cx="566928" cy="566928"/>
          </a:xfrm>
          <a:prstGeom prst="ellipse">
            <a:avLst/>
          </a:prstGeom>
          <a:solidFill>
            <a:srgbClr val="23A6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60520" y="3538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4930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8130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load balancing reduces wasted generation and strain on battery storage.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2423160"/>
            <a:ext cx="72237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3383280"/>
            <a:ext cx="722376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4617720"/>
            <a:ext cx="7223760" cy="1417320"/>
          </a:xfrm>
          <a:prstGeom prst="roundRect">
            <a:avLst>
              <a:gd name="adj" fmla="val 5161"/>
            </a:avLst>
          </a:prstGeom>
          <a:solidFill>
            <a:srgbClr val="F4F7F6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47548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question:  </a:t>
            </a:r>
            <a:r>
              <a:rPr lang="en-US" sz="1350" i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use AI to forecast and manage solar microgrid power so that rural and underserved communities can access reliable, affordable clean energy?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  •  SDG 7: Affordable and Clean Energy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 &amp; DEFINE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572000"/>
          </a:xfrm>
          <a:prstGeom prst="roundRect">
            <a:avLst>
              <a:gd name="adj" fmla="val 1600"/>
            </a:avLst>
          </a:prstGeom>
          <a:solidFill>
            <a:srgbClr val="F4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this problem?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Households, schools, clinics, and small businesses in rural and semi-urban communities that rely on solar microgrids or off-grid solar systems for their electricity.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problem persist?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generation is intermittent and weather-dependent, while demand shifts across the day — supply and demand are rarely planned together.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panels, degraded batteries, or wiring issues are usually discovered only after a failure, causing costly and disruptive downtime.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intelligent load management, power is wasted at some hours and insufficient at others, forcing continued reliance on diesel backup and raising effective energy costs.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0B3D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1737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675M+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42316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still lack access to electricity — many more face unreliable supply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35240" y="3886200"/>
            <a:ext cx="3977640" cy="2240280"/>
          </a:xfrm>
          <a:prstGeom prst="roundRect">
            <a:avLst>
              <a:gd name="adj" fmla="val 3265"/>
            </a:avLst>
          </a:prstGeom>
          <a:solidFill>
            <a:srgbClr val="23A6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370832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i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AI layer — not new hardware — can make existing solar microgrids more reliable, efficient, and affordable.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  •  SDG 7: Affordable and Clean Energy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0E5F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Generation Forecasting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24–72 hours of household demand and expected solar output from historical usage and weather data.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502152" y="16916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30752" y="1947672"/>
            <a:ext cx="502920" cy="502920"/>
          </a:xfrm>
          <a:prstGeom prst="ellipse">
            <a:avLst/>
          </a:prstGeom>
          <a:solidFill>
            <a:srgbClr val="23A6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3075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3832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panel output and battery health signals to flag likely faults days before they cause a failure.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55664" y="16916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84264" y="1947672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84264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84264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Load Balancing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84264" y="33832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available power across priority loads — clinics, water pumps, homes — using an optimization-guided controller.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409176" y="169164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37776" y="1947672"/>
            <a:ext cx="502920" cy="502920"/>
          </a:xfrm>
          <a:prstGeom prst="ellipse">
            <a:avLst/>
          </a:prstGeom>
          <a:solidFill>
            <a:srgbClr val="0B3D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37776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37776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 &amp; Alerts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37776" y="33832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dashboard shows live forecasts, maintenance alerts, and estimated cost/emissions savings for non-technical operators.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7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86460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is needed:  </a:t>
            </a: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generation and household demand are noisy, time-varying signals with no simple formula — AI (time-series forecasting + anomaly detection) finds these patterns automatically, predicts hours ahead, and scales across many microgrid sites without manual reprogramming for each one.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  •  SDG 7: Affordable and Clean Energy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E5F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1947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Microgrid Operators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8775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early-warning maintenance alerts and a clear daily generation/demand forecast to plan supply confidently.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3A6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0" y="1947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&amp; Small Businesses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8775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fewer unplanned outages and more predictable, affordable electricity for daily needs.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51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4A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4233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Institutions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7375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health clinics, and water pumps are prioritized in the load-balancing logic during shortages.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251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B3D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4233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/ Energy Providers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87375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aggregated insights to plan maintenance visits, expansions, and subsidy or pricing decisions.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  •  SDG 7: Affordable and Clean Energy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0E5F5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37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4144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and load-priority rules are trained and reviewed across seasons and site types so no household group is systematically under-served; critical loads (clinics, water) are protected by explicit rules, not left to model bias.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0E5F59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56232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37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4144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and load-allocation decision shown to operators includes the reason (e.g., "battery output 18% below expected — possible fault") rather than an unexplained black-box output.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0E5F5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507992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44897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9320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only supports human operators' decisions — it does not autonomously cut power to any household — and is designed to reduce, not increase, energy inequity.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25196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0E5F59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507992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44897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9320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 household consumption data is used, with no personally identifiable information stored; sensor data is anonymized and access is restricted to authorized operators.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  •  SDG 7: Affordable and Clean Energy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 &amp; Prompt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0E5F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01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671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1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 + panel/battery sensors + weather API stream live readings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01168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23210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23A6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23210" y="1801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2938" y="21671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1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cleaned, time-aligned, and merged with weather features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89170" y="201168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97780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0E5F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97780" y="1801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07508" y="21671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1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forecasts demand/generation; anomaly detector flags faults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63740" y="201168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72350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23A6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72350" y="1801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82078" y="21671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1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allocates power; prioritizes clinics, water, homes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38310" y="2011680"/>
            <a:ext cx="308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46920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0E5F5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46920" y="1801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56648" y="21671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1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forecast, alerts, and savings in plain language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11064240" cy="2880360"/>
          </a:xfrm>
          <a:prstGeom prst="roundRect">
            <a:avLst>
              <a:gd name="adj" fmla="val 3175"/>
            </a:avLst>
          </a:prstGeom>
          <a:solidFill>
            <a:srgbClr val="0B3D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429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DEMO — ENERGY ADVISOR ASSISTANT (Prompt + RAG-style workflow)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840480"/>
            <a:ext cx="6720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query: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Battery 3 trigger an alert this morning?”
</a:t>
            </a:r>
            <a:r>
              <a:rPr lang="en-US" sz="1200" b="1" dirty="0">
                <a:solidFill>
                  <a:srgbClr val="2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context:  </a:t>
            </a:r>
            <a:r>
              <a:rPr lang="en-US" sz="120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72h of Battery 3 telemetry + maintenance log + weather forecast
</a:t>
            </a:r>
            <a:r>
              <a:rPr lang="en-US" sz="1200" b="1" dirty="0">
                <a:solidFill>
                  <a:srgbClr val="2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“Battery 3's output is 18% below its forecast for the last 6 hours, with a pattern similar to a past connector fault (12 Feb). Recommend inspection within 48 hours before the next low-sunlight period.”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3840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0E5F5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used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4279392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08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extraction: device ID, time window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08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pulls matching telemetry + logs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08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match: compares to past fault cases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08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Summarization: plain-language explanation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  •  SDG 7: Affordable and Clean Energy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7F6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5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87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unplanned outage hours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90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early fault detection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7F6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874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3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87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solar power effectively used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990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smarter load scheduling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7F6"/>
          </a:solidFill>
          <a:ln w="12700">
            <a:solidFill>
              <a:srgbClr val="E3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874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CO₂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87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avoided monthly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90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reduced diesel backup use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2240280"/>
          </a:xfrm>
          <a:prstGeom prst="roundRect">
            <a:avLst>
              <a:gd name="adj" fmla="val 4082"/>
            </a:avLst>
          </a:prstGeom>
          <a:solidFill>
            <a:srgbClr val="0B3D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if this is implemented?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8056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served by the microgrid gain more predictable, affordable electricity — fewer surprise outages and lower reliance on costly diesel backup.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shift from reactive repairs to planned maintenance, cutting downtime and repair costs.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is reusable software, not new hardware — it can extend to additional microgrid sites at low marginal cost, widening clean-energy access over time.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  •  SDG 7: Affordable and Clean Energy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E5F5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3A69A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applied with purpose — for reliable, affordable, and clean energy access.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SolarSense AI</a:t>
            </a:r>
            <a:r>
              <a:rPr lang="en-US" sz="1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SDG 7: Affordable and Clean Energy   |   1M1B AI for Sustainability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Microsoft Office PowerPoint</Application>
  <PresentationFormat>Widescreen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kushank 9</cp:lastModifiedBy>
  <cp:revision>4</cp:revision>
  <dcterms:created xsi:type="dcterms:W3CDTF">2026-09-18T10:37:18Z</dcterms:created>
  <dcterms:modified xsi:type="dcterms:W3CDTF">2026-09-18T11:24:33Z</dcterms:modified>
</cp:coreProperties>
</file>